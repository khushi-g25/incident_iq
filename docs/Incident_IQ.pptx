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this does the first hour of triage on a support ticket — the part that is mechanical — and hands an engineer a starting point with evidence attached. It never changes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lookup versus judgement. We are not trying to replace the diagnosis — we are trying to delete the lookup that precedes it, and to stop losing what we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columns map exactly to the four phases in the architecture slide; intake and the gate are collapsed into step 1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blue is ordinary deterministic code we unit-test. The one amber box is the only place a model makes a decision, and it is wrapped in the red guardrail strip. Read-only sources along the bottom; the single write — one Jira comment —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is the one that took the most work. Left neutral, a confident ticket comment becomes the model's answer and the whole run turns into a paraphrase of what someone already wrote.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audiences, one comment. The top half is for a support lead or PM; the bottom half is for the engineer who picks it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this slide answers is 'what happens when it is wrong?' — and the answer is that a wrong comment costs a minute of reading. There is no path to a wrong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matters for adoption. The failure mode people fear is a confident wrong answer sending someone down the wrong path at 2am. We cap confidence mechanically so that cannot happen quietly.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 here. The point is not that it was broken; it is that a plausible-sounding report is not evidence of a working system, which is exactly why the confidence checks and the evidence appendix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27-versus-4 figure is the one to say out loud: it is the clearest single indicator that it is investigating rather than guessing from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compounding part. One triage saves an hour; a year of prevention notes changes how fast the team recognises a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Resist a date-driven rollout. The measure is agreement with known causes on resolved tickets, and we should be willing to stay at human-approved indefinitely if that is what the number 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calibration set. Without resolved tickets to measure against, every claim about accuracy on this deck is an anecdote, including the good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05740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0B0B0B"/>
                </a:solidFill>
                <a:latin typeface="Calibri"/>
              </a:rPr>
              <a:t>Incident IQ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300" b="0">
                <a:solidFill>
                  <a:srgbClr val="52514E"/>
                </a:solidFill>
                <a:latin typeface="Calibri"/>
              </a:rPr>
              <a:t>Automated first-pass triage for SQ / EPS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703320"/>
            <a:ext cx="13716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977639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Ticket in, evidence-backed root cause out — with the queries that prove it, a recommended fix, and a note on how to stop it recurring.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4360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83827D"/>
                </a:solidFill>
                <a:latin typeface="Calibri"/>
              </a:rPr>
              <a:t>Read-only by construction  ·  nothing posts without a human approving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First-pass triage is mechanical, and it is expensive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1076523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Every ticket starts the same way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Read the ticket. Work out which service. Find the right app name in New Relic. Write the query. Read the code. Most of that is lookup, not judgement.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The context is scattered across three systems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Jira has the report, New Relic has the behaviour, GitHub has the cause. Correlating them by hand is where the time goes.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Knowledge leaves with whoever fixed it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The cause lands in a comment thread, not a runbook. The next person with the same symptom starts from zero.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The cost is the engineer's attention, not the ticket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An interrupted engineer pays far more than the ten minutes the lookup took.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Give it a ticket key; it does the first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3436010" cy="3200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28800"/>
            <a:ext cx="288737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1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Reads the ticket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Description, comments, and any attached log files. Pulls out ids, timestamps and error signatures in code, not in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7842" y="1600200"/>
            <a:ext cx="3436010" cy="3200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2162" y="1828800"/>
            <a:ext cx="288737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2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Investigates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Discovers the real New Relic app names, queries errors and logs over the ticket's own time window, then reads the service code on GitHub to explain what it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2452" y="1600200"/>
            <a:ext cx="3436010" cy="3200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6772" y="1828800"/>
            <a:ext cx="288737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3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Writes it up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A plain-English summary, a recommended fix, a checklist, and every query it ran — posted as one Jira comment, on 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120640"/>
            <a:ext cx="107652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Typical run: 2–4 minutes, 50–65 tool calls, $0.50–$0.80 of model time.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Bounded three ways at once — turns, dollars, and tool calls — so a confused run stops rather than spirals.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How it is put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935" y="1481328"/>
            <a:ext cx="9005824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HOW IT INVESTIGATES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The method it is made to follow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1076523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1 · Do not adopt anyone's conclusion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Ticket comments and prior tickets are labelled as unverified claims. They decide what to look for, never what to believe.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2 · Discover before filtering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Repo name, service name and New Relic app name are all different. A guessed app name returns zero rows that look exactly like 'nothing is broken'.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3 · Find the failure signature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Errors and logs over the ticket's own window, down to an exception class and ideally a trace id.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4 · Explain it in the code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Search for the literal log message, then blame and PR history for the line that produced it.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5 · Converge, or stop and say so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 root cause only when logs, data and code agree. Otherwise it reports what it narrowed down — which is a good outcome, not a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What lands on the ticket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519973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Summary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Four or five plain sentences. No file paths, no class names — written for whoever decides whether to escalate.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Recommended fix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The change, where to make it, how to confirm it worked, and any interim workaround.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Checklist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Tickable items: what triage established, the fix, and at least one prevention item.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536192"/>
            <a:ext cx="519973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Read this before acting on it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Any confidence the system reduced, and why it reduced it.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Technical detail &amp; evidence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Root cause, code location, and each claim tied to the query or file that produced it.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Queries run · logs checked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Every query in full, so anyone can re-run it. Plus what log searches were tried and what they returned.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5349240"/>
            <a:ext cx="10765231" cy="868680"/>
          </a:xfrm>
          <a:prstGeom prst="roundRect">
            <a:avLst>
              <a:gd name="adj" fmla="val 6000"/>
            </a:avLst>
          </a:prstGeom>
          <a:solidFill>
            <a:srgbClr val="FDF7E9"/>
          </a:solidFill>
          <a:ln w="12700">
            <a:solidFill>
              <a:srgbClr val="E2A5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541264"/>
            <a:ext cx="10216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Ordered widest-reader-first: a support lead gets the whole picture before reaching anything with a file path in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TRUST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What it cannot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7498079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It cannot change anything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No writes, no shell, no file edits, no ticket transitions. Denied at the hook on every single tool call, not by asking the model nicely.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The clients have no write methods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The security boundary is the code, not the prompt. There is no function to call that would modify New Relic or GitHub.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One side effect exists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 Jira comment — and only after --post on the command line or a human clicking Approve in the review UI.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Personal data never reaches the model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Emails and card numbers are replaced with stable placeholders on the way in and restored on the way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7072" y="1600200"/>
            <a:ext cx="288036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41664" y="178308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41664" y="1929384"/>
            <a:ext cx="25511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60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tool-call budget per run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then it must write up what it has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7072" y="3291840"/>
            <a:ext cx="288036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41664" y="347472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3621024"/>
            <a:ext cx="25511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95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automated tests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guardrails, query repair, rendering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4983480"/>
            <a:ext cx="288036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41664" y="516636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1664" y="5312664"/>
            <a:ext cx="25511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0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writes to production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by construction, not by policy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WHY YOU CAN BELIEVE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Confidence is checked, not taken on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1076523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The model declares what it actually verified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Logs, code, data — confirmed, checked-and-empty, or never checked.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That claim is cross-checked against the run trace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If it says it confirmed the logs but no log query returned a line, the report is downgraded automatically.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A report built only on ticket comments cannot claim a root cause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It is reduced to 'narrowed, not confirmed' at low confidence — because a paraphrase of the ticket is not a diagnosis.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Every downgrade is printed in the comment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Never applied silently. The reader sees the reduction and the reason for it, so a hedged report is the system working.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MEASURED AGAINST 11 RECORDED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What hardening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6304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The first build looked like it worked. Reading the run traces rather than the output told a different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33172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47802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3 of 4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observability tools silently broken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failed on every run, returning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0259" y="214884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4851" y="233172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4851" y="247802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65%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of data queries returned zero rows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guessed app names, read as 'no errors'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4884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1879" y="233172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1879" y="247802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29 → 4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log queries that returned a line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logs were never really searched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315" y="214884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88907" y="233172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8907" y="247802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14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queries lost to one NRQL mistake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valid SQL, invalid NRQL — now auto-repaired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206240"/>
            <a:ext cx="10765231" cy="1417320"/>
          </a:xfrm>
          <a:prstGeom prst="roundRect">
            <a:avLst>
              <a:gd name="adj" fmla="val 6000"/>
            </a:avLst>
          </a:prstGeom>
          <a:solidFill>
            <a:srgbClr val="FDF7E9"/>
          </a:solidFill>
          <a:ln w="12700">
            <a:solidFill>
              <a:srgbClr val="E2A5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07408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The lesson we kept relearning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None of this was visible in the reports. The agent wrote confident prose either way — it simply had nothing underneath it. Everything we now check automatically came from reading traces, not read-throughs.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Where it stands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" y="178308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2938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13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read-only tools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discovery, telemetry, code,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0259" y="160020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4851" y="178308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4851" y="192938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~$0.65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median cost per ticket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2–4 minutes end to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0020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1879" y="178308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192938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95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tests passing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every fix has a regression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315" y="1600200"/>
            <a:ext cx="2554147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8907" y="1783080"/>
            <a:ext cx="384048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8907" y="1929384"/>
            <a:ext cx="222496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900" b="1">
                <a:solidFill>
                  <a:srgbClr val="0B0B0B"/>
                </a:solidFill>
                <a:latin typeface="Calibri"/>
              </a:rPr>
              <a:t>1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action needed to publish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83827D"/>
                </a:solidFill>
                <a:latin typeface="Calibri"/>
              </a:rPr>
              <a:t>a human clicking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57600"/>
            <a:ext cx="10765231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Investigation now leads with telemetry, not code archaeology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 representative recent run made 27 New Relic queries against 4 GitHub calls — the reverse of where it started.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Queries are published in full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Both as a deep link and as copy-pasteable text, so a claim can always be checked independently.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Every run leaves a prevention document behind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Written whether or not the cause was a code bug.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PREVENTING THE REPEAT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Every run leaves something behind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7680960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Was this a code bug — yes, no, or not established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'No' is a real answer. A misconfiguration the code permits by design is the one most likely to recur unrecorded.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What to change so the class of failure goes away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Not just today's instance of it.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How we would catch it next time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The specific test, alert or dashboard — with the condition and the threshold, not 'add monitoring'.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A paste-able runbook entry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The symptom as it presents, and the first thing to check. Written for whoever picks up the next ticket that looks like this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59952" y="16002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88552" y="1828800"/>
            <a:ext cx="2240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Saved per run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Consolas"/>
              </a:rPr>
              <a:t>.runs/prevention/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the document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Consolas"/>
              </a:rPr>
              <a:t>.runs/*.json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every query, for audit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B0B0B"/>
                </a:solidFill>
                <a:latin typeface="Consolas"/>
              </a:rPr>
              <a:t>Jira comment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the summary and the fix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How we roll it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519857" cy="2834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41148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1752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NOW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0B0B0B"/>
                </a:solidFill>
                <a:latin typeface="Calibri"/>
              </a:rPr>
              <a:t>Dry run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Run it against already-resolved tickets and compare its verdict to the real cause. Nothing posts.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1689" y="1691640"/>
            <a:ext cx="2519857" cy="2834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62857" y="1920240"/>
            <a:ext cx="41148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2857" y="2103120"/>
            <a:ext cx="211752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NEXT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0B0B0B"/>
                </a:solidFill>
                <a:latin typeface="Calibri"/>
              </a:rPr>
              <a:t>Human-approved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Support runs it from the review UI. A person reads every comment before it goes on a ticket.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691640"/>
            <a:ext cx="2519857" cy="2834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1315" y="1920240"/>
            <a:ext cx="411480" cy="3810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2103120"/>
            <a:ext cx="211752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83827D"/>
                </a:solidFill>
                <a:latin typeface="Calibri"/>
              </a:rPr>
              <a:t>THEN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0B0B0B"/>
                </a:solidFill>
                <a:latin typeface="Calibri"/>
              </a:rPr>
              <a:t>Labelled subset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Webhook triage for tickets carrying one label, so we widen by ticket type rather than all at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8605" y="1691640"/>
            <a:ext cx="2519857" cy="28346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59773" y="1920240"/>
            <a:ext cx="411480" cy="3810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9773" y="2103120"/>
            <a:ext cx="2117521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83827D"/>
                </a:solidFill>
                <a:latin typeface="Calibri"/>
              </a:rPr>
              <a:t>LATER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0B0B0B"/>
                </a:solidFill>
                <a:latin typeface="Calibri"/>
              </a:rPr>
              <a:t>Default first pass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Only once the false-cause rate is low enough that reading the comment beats ignoring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92040"/>
            <a:ext cx="107652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The gate between each step is the same question: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52514E"/>
                </a:solidFill>
                <a:latin typeface="Calibri"/>
              </a:rPr>
              <a:t>on recently resolved tickets, how often does it name the cause an engineer would have named? We widen when that number earns it — not on a 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107652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What we need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0765231" cy="19050"/>
          </a:xfrm>
          <a:prstGeom prst="rect">
            <a:avLst/>
          </a:prstGeom>
          <a:solidFill>
            <a:srgbClr val="DF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1076523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A calibration set — 20 to 30 resolved tickets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With their real root causes, so we can measure agreement instead of guessing at it. This is the single highest-value thing we can be given.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Service ownership in the playbook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App names, repos and owning channel per service. Most remaining mistakes are the agent not knowing our estate, not the agent reasoning badly.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Confirmation that log forwarding is what we think it is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Log searches come back empty far more often than they should. That may be a data-availability problem rather than a quiet system.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650" b="1">
                <a:solidFill>
                  <a:srgbClr val="0B0B0B"/>
                </a:solidFill>
                <a:latin typeface="Calibri"/>
              </a:rPr>
              <a:t>A decision on scope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Which ticket types we point it at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